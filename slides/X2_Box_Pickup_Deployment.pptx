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57400"/>
            <a:ext cx="201168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X2 Box-Pickup Deployment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6D2E2"/>
                </a:solidFill>
                <a:latin typeface="Arial"/>
              </a:rPr>
              <a:t>Hardware run logs · desired vs measured trajectories · reward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00600"/>
            <a:ext cx="4023360" cy="182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983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E86C1"/>
                </a:solidFill>
                <a:latin typeface="Arial"/>
              </a:rPr>
              <a:t>19 logged runs  ·  v27 + v30 policies  ·  50 Hz encoder CSVs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Hardware data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Each deploy writes a 50 Hz CSV: phase, frame, base IMU quat/gyro, and per-joint pos_meas / vel_meas / tgt.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Desired trajectory = policy PD target (`__tgt`). Actual = measured encoder (`__pos_meas`).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19 runs analyzed: 4× v27 hybrid (Jul 27), 15× v30 pickup/hybrid (Jul 29).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Primary metrics: foot-edge (ankle-roll deviation), base roll σ, leg tracking RMSE.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IRL failure modes (v30 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Feet stand on outer edges; most of the sole off the floor during pickup and hold.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Torso oscillates in roll to rebalance on that narrow contact patch.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Stepping / stance widen during pickup, hold, and set-down (slip penalty alone was insufficient).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Backward fall risk after set-down when post-release upright hold was out of distribution.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Median foot-edge on v30 hardware: 8.2° (target &lt; 3°). Worst run: 13.1°.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Aggregate hardware metrics</a:t>
            </a:r>
          </a:p>
        </p:txBody>
      </p:sp>
      <p:pic>
        <p:nvPicPr>
          <p:cNvPr id="6" name="Picture 5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875520" cy="2673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600" b="0">
                <a:solidFill>
                  <a:srgbClr val="23282E"/>
                </a:solidFill>
                <a:latin typeface="Arial"/>
              </a:rPr>
              <a:t>v30 did not fix edge-standing vs v27 — same ~8° median ankle-roll deviation.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600" b="0">
                <a:solidFill>
                  <a:srgbClr val="23282E"/>
                </a:solidFill>
                <a:latin typeface="Arial"/>
              </a:rPr>
              <a:t>Sim contact terms treated an edge-loaded foot as planted; hardware did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Foot-edge severity across all runs</a:t>
            </a:r>
          </a:p>
        </p:txBody>
      </p:sp>
      <p:pic>
        <p:nvPicPr>
          <p:cNvPr id="6" name="Picture 5" descr="foot_edge_by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3424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RMS |ankle-roll| during pickup. Red = v30, gray = v27. Dashed = 3° flat-foot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Worst run — edge-standing signature</a:t>
            </a:r>
          </a:p>
        </p:txBody>
      </p:sp>
      <p:pic>
        <p:nvPicPr>
          <p:cNvPr id="6" name="Picture 5" descr="worst_ankle_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3424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Run 17:52:22. Commanded ankle-roll nearly flat; measured swings hard onto the 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Desired vs actual — ankles and knees</a:t>
            </a:r>
          </a:p>
        </p:txBody>
      </p:sp>
      <p:pic>
        <p:nvPicPr>
          <p:cNvPr id="6" name="Picture 5" descr="hybrid_joints_ankles_k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44" y="1280160"/>
            <a:ext cx="938463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Hybrid run 17:37:41. Shaded bands = ramp / settle / pickup / carry / setdown /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Desired vs actual — hips and ankle-pitch</a:t>
            </a:r>
          </a:p>
        </p:txBody>
      </p:sp>
      <p:pic>
        <p:nvPicPr>
          <p:cNvPr id="6" name="Picture 5" descr="hybrid_joints_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44" y="1280160"/>
            <a:ext cx="938463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Same hybrid run. Hip tracking holds better than ankle-roll — failure is concentrated at the foot.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Base attitude — fixation wobble</a:t>
            </a:r>
          </a:p>
        </p:txBody>
      </p:sp>
      <p:pic>
        <p:nvPicPr>
          <p:cNvPr id="6" name="Picture 5" descr="hybrid_base_at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3620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Repeated roll swings during pickup = rebalancing on foot edges, not a clean plant.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Per-joint tracking error (legs)</a:t>
            </a:r>
          </a:p>
        </p:txBody>
      </p:sp>
      <p:pic>
        <p:nvPicPr>
          <p:cNvPr id="6" name="Picture 5" descr="per_join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3620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C6670"/>
                </a:solidFill>
                <a:latin typeface="Arial"/>
              </a:rPr>
              <a:t>Ankle-roll joints (red) dominate leg RMSE — matches the edge-standing observation.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Why prior rewards missed the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`foot_slip`: zero when the foot is tilted but stationary — edge-stand is free.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`feet_contact_loss`: edge still registers force in PhysX, so it counts as planted.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`feet_anchor` / slip: address XY drift and sliding, not foot roll about the edge.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No term measured ankle-roll link tilt → foot-tilt bounced 4°–29° across checkpoints with no trend.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Penalties added to fix hardware failures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667512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anchor="ctr" marL="109728"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</a:t>
                      </a:r>
                    </a:p>
                  </a:txBody>
                  <a:tcPr anchor="ctr" marL="109728">
                    <a:solidFill>
                      <a:srgbClr val="15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fixes</a:t>
                      </a:r>
                    </a:p>
                  </a:txBody>
                  <a:tcPr anchor="ctr" marL="109728">
                    <a:solidFill>
                      <a:srgbClr val="15224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foot_slip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−3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Skating under load (sim → thrash on HW)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feet_contact_loss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−2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Stepping loophole (lift to evade slip)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feet_anchor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−2→−1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Stance widen / permanent XY drift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foot_not_flat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−3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Edge-standing (sin of foot tilt, contact-gated)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feet_edge_contact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−2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Edge counts as not planted (θ≳10°)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ori tracking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×2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Left torso lean during pickup</a:t>
                      </a:r>
                    </a:p>
                  </a:txBody>
                  <a:tcPr anchor="ctr" marL="109728">
                    <a:solidFill>
                      <a:srgbClr val="EFF3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E86C1"/>
                          </a:solidFill>
                          <a:latin typeface="Arial"/>
                        </a:defRPr>
                      </a:pPr>
                      <a:r>
                        <a:t>end-hold in motion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82E"/>
                          </a:solidFill>
                          <a:latin typeface="Arial"/>
                        </a:defRPr>
                      </a:pPr>
                      <a:r>
                        <a:t>Fall after set-down (3 s upright practice)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New foot terms (v31)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99032"/>
            <a:ext cx="82296" cy="868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Foot not flat — smooth tilt cost while loaded</a:t>
            </a:r>
          </a:p>
        </p:txBody>
      </p:sp>
      <p:pic>
        <p:nvPicPr>
          <p:cNvPr id="8" name="Picture 7" descr="eq_not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04" y="1463039"/>
            <a:ext cx="5412990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2496312"/>
            <a:ext cx="82296" cy="868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Edge contact — hard count of edge-planted feet</a:t>
            </a:r>
          </a:p>
        </p:txBody>
      </p:sp>
      <p:pic>
        <p:nvPicPr>
          <p:cNvPr id="11" name="Picture 10" descr="eq_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92" y="2560320"/>
            <a:ext cx="5639014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3593591"/>
            <a:ext cx="82296" cy="868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39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Contact loss — airborne foot (stepping)</a:t>
            </a:r>
          </a:p>
        </p:txBody>
      </p:sp>
      <p:pic>
        <p:nvPicPr>
          <p:cNvPr id="14" name="Picture 13" descr="eq_contact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971" y="3657599"/>
            <a:ext cx="3013656" cy="822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7240" y="4690872"/>
            <a:ext cx="82296" cy="868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2240"/>
                </a:solidFill>
                <a:latin typeface="Arial"/>
              </a:rPr>
              <a:t>Anchor — XY drift from reset plant</a:t>
            </a:r>
          </a:p>
        </p:txBody>
      </p:sp>
      <p:pic>
        <p:nvPicPr>
          <p:cNvPr id="17" name="Picture 16" descr="eq_anch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219" y="4754880"/>
            <a:ext cx="365116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Mapping: symptom → penalty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Edge-standing / oscillating on feet → `foot_not_flat` (−3) + `feet_edge_contact` (−2).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Stepping during pickup/hold/set-down → `feet_contact_loss` (−2) + stronger `foot_slip` (−3).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Stance growing apart → `feet_anchor` (drift from plant pose).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Torso roll left on lift → double `motion_global_ref_orientation` weight.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Fall after drop → bake 3 s end-hold into reference motion 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Deployment notes from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Hybrid deploy freezes the WBT clock at hold_frame (~261) for the walk splice — looks like a mid-hold stop.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Full continuous pickup→set-down uses `deploy_x2_box_pickup.py`, not the hybrid script.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Always pass `--box-policy` explicitly; default path previously loaded stale v27.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Judge new checkpoints by foot-tilt + post-set-down upright, not mean reward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Hardware logs localize the failure to ankle-roll / foot tilt, not a generic tracking miss.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Sim contact force ≠ flat sole — need an explicit flatness / edge objective.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Planted-feet suite + foot-flat terms close the loopholes that produced IRL edge-standing and steps.</a:t>
            </a:r>
          </a:p>
          <a:p>
            <a:pPr marL="292608" indent="-292608">
              <a:lnSpc>
                <a:spcPct val="108000"/>
              </a:lnSpc>
              <a:spcBef>
                <a:spcPts val="500"/>
              </a:spcBef>
              <a:spcAft>
                <a:spcPts val="1000"/>
              </a:spcAft>
              <a:buClr>
                <a:srgbClr val="2E86C1"/>
              </a:buClr>
              <a:buFont typeface="Arial"/>
              <a:buChar char="•"/>
            </a:pPr>
            <a:r>
              <a:rPr sz="1800" b="0">
                <a:solidFill>
                  <a:srgbClr val="23282E"/>
                </a:solidFill>
                <a:latin typeface="Arial"/>
              </a:rPr>
              <a:t>Hold and set-down need dedicated sampling; short episodes never reach those phases.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X2 box-pickup deployment analysis  ·  hardware run_logs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>
                <a:solidFill>
                  <a:srgbClr val="5C667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